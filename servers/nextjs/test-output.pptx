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09728" cy="109728"/>
          </a:xfrm>
          <a:prstGeom prst="diamond">
            <a:avLst/>
          </a:prstGeom>
          <a:solidFill>
            <a:srgbClr val="4D546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480560"/>
            <a:ext cx="694944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297680"/>
            <a:ext cx="365760" cy="365760"/>
          </a:xfrm>
          <a:prstGeom prst="diamond">
            <a:avLst/>
          </a:prstGeom>
          <a:solidFill>
            <a:srgbClr val="4D54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www.yourcompanywebsite.com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Performance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M4 features a significantly boosted Neural Engine, allowing powerful local on-device processing for demanding AI and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25880"/>
            <a:ext cx="329184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2026-06-08T08:26:16Z</dcterms:created>
  <dcterms:modified xsi:type="dcterms:W3CDTF">2026-06-08T08:26:16Z</dcterms:modified>
</cp:coreProperties>
</file>